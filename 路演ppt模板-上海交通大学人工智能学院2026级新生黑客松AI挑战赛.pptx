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257" r:id="rId3"/>
    <p:sldId id="261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1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微软用户" initials="微软用户" lastIdx="0" clrIdx="0"/>
  <p:cmAuthor id="2" name="WPS" initials="W" lastIdx="0" clrIdx="1"/>
  <p:cmAuthor id="3" name="作者" initials="A" lastIdx="0" clrIdx="2"/>
  <p:cmAuthor id="4" name="许鑫" initials="h" lastIdx="0" clrIdx="3"/>
  <p:cmAuthor id="5" name="wangxinping" initials="w" lastIdx="0" clrIdx="4"/>
  <p:cmAuthor id="6" name="洪文静" initials="洪" lastIdx="0" clrIdx="5"/>
  <p:cmAuthor id="7" name="guoxx" initials="g" lastIdx="0" clrIdx="6"/>
  <p:cmAuthor id="8" name="PJ Landwehrle" initials="P" lastIdx="0" clrIdx="7"/>
  <p:cmAuthor id="9" name="韩雨" initials="韩" lastIdx="0" clrIdx="8"/>
  <p:cmAuthor id="10" name="Steve Thorne" initials="S" lastIdx="0" clrIdx="9"/>
  <p:cmAuthor id="11" name="smkhan" initials="s" lastIdx="0" clrIdx="10"/>
  <p:cmAuthor id="12" name="李超（IT）" initials="L" lastIdx="0" clrIdx="11"/>
  <p:cmAuthor id="13" name="朱磊" initials="朱" lastIdx="0" clrIdx="12"/>
  <p:cmAuthor id="14" name="zhouwd" initials="1" lastIdx="0" clrIdx="13"/>
  <p:cmAuthor id="15" name="李婧宜_YBferYVR" initials="authorId_1217247658" lastIdx="0" clrIdx="14"/>
  <p:cmAuthor id="16" name="yang li" initials="yl" lastIdx="0" clrIdx="15"/>
  <p:cmAuthor id="17" name="DaiZhengYuan" initials="D" lastIdx="0" clrIdx="16"/>
  <p:cmAuthor id="18" name="李岩（IT）" initials="李" lastIdx="0" clrIdx="17"/>
  <p:cmAuthor id="19" name="13686" initials="1" lastIdx="0" clrIdx="18"/>
  <p:cmAuthor id="20" name="cmcc" initials="c" lastIdx="0" clrIdx="19"/>
  <p:cmAuthor id="21" name="黄庆军" initials="黄庆军" lastIdx="0" clrIdx="20"/>
  <p:cmAuthor id="22" name="小 红马" initials="小" lastIdx="0" clrIdx="21"/>
  <p:cmAuthor id="23" name="00035181" initials="0" lastIdx="0" clrIdx="22"/>
  <p:cmAuthor id="24" name="Liu Jialin" initials="LJ" lastIdx="0" clrIdx="23"/>
  <p:cmAuthor id="25" name="lenovo" initials="l" lastIdx="0" clrIdx="24"/>
  <p:cmAuthor id="26" name="Author" initials="A" lastIdx="0" clrIdx="25"/>
  <p:cmAuthor id="27" name="李蕾00009994" initials="李" lastIdx="0" clrIdx="26"/>
  <p:cmAuthor id="28" name="10118178" initials="1" lastIdx="0" clrIdx="27"/>
  <p:cmAuthor id="29" name="10270945" initials="1" lastIdx="0" clrIdx="28"/>
  <p:cmAuthor id="30" name="Hou Yingfeng" initials="H" lastIdx="0" clrIdx="29"/>
  <p:cmAuthor id="31" name="李楠10047711" initials="李" lastIdx="0" clrIdx="30"/>
  <p:cmAuthor id="32" name="10045953" initials="1" lastIdx="0" clrIdx="31"/>
  <p:cmAuthor id="33" name="Administrator" initials="A" lastIdx="0" clrIdx="32"/>
  <p:cmAuthor id="34" name="rev2" initials="r" lastIdx="0" clrIdx="33"/>
  <p:cmAuthor id="35" name="孟震" initials="孟" lastIdx="0" clrIdx="34"/>
  <p:cmAuthor id="36" name="殷格非" initials="殷" lastIdx="0" clrIdx="35"/>
  <p:cmAuthor id="37" name="Athena" initials="c" lastIdx="0" clrIdx="36"/>
  <p:cmAuthor id="38" name="z r" initials="zr" lastIdx="0" clrIdx="37"/>
  <p:cmAuthor id="39" name="wangbinyjy@hq.cmcc" initials="w" lastIdx="0" clrIdx="38"/>
  <p:cmAuthor id="40" name="lc xue" initials="lx" lastIdx="0" clrIdx="39"/>
  <p:cmAuthor id="41" name="10056791" initials="1" lastIdx="0" clrIdx="40"/>
  <p:cmAuthor id="42" name="Microsoft 帐户" initials="M帐" lastIdx="0" clrIdx="41"/>
  <p:cmAuthor id="43" name="安 宝来" initials="安" lastIdx="0" clrIdx="42"/>
  <p:cmAuthor id="44" name="feng xingbo" initials="fx" lastIdx="0" clrIdx="43"/>
  <p:cmAuthor id="45" name="fei Ren" initials="fR" lastIdx="0" clrIdx="44"/>
  <p:cmAuthor id="46" name="未知用户34" initials="未" lastIdx="0" clrIdx="45"/>
  <p:cmAuthor id="47" name="未知用户35" initials="未" lastIdx="0" clrIdx="46"/>
  <p:cmAuthor id="48" name="沈霄雷" initials="沈" lastIdx="0" clrIdx="47"/>
  <p:cmAuthor id="49" name="hm" initials="h" lastIdx="0" clrIdx="48"/>
  <p:cmAuthor id="50" name="ZJK" initials="Z" lastIdx="0" clrIdx="49"/>
  <p:cmAuthor id="51" name="00075816" initials="0" lastIdx="0" clrIdx="50"/>
  <p:cmAuthor id="52" name="小延魔法师" initials="小" lastIdx="0" clrIdx="51"/>
  <p:cmAuthor id="53" name="zhangjing" initials="z" lastIdx="0" clrIdx="52"/>
  <p:cmAuthor id="54" name="da lin" initials="dl" lastIdx="0" clrIdx="53"/>
  <p:cmAuthor id="55" name="clj" initials="c" lastIdx="0" clrIdx="54"/>
  <p:cmAuthor id="56" name="尹瑶瑶" initials="YYY" lastIdx="0" clrIdx="55"/>
  <p:cmAuthor id="57" name="仇怿俊" initials="仇" lastIdx="0" clrIdx="56"/>
  <p:cmAuthor id="58" name="sizhao@cmsr.cmcc" initials="S" lastIdx="0" clrIdx="57"/>
  <p:cmAuthor id="59" name="mei shuo" initials="mei shuo" lastIdx="0" clrIdx="58"/>
  <p:cmAuthor id="60" name="22720" initials="2" lastIdx="0" clrIdx="59"/>
  <p:cmAuthor id="61" name="施旻" initials="施" lastIdx="0" clrIdx="60"/>
  <p:cmAuthor id="62" name="任智杰" initials="renzhijie" lastIdx="0" clrIdx="61"/>
  <p:cmAuthor id="63" name="黎丹" initials="黎" lastIdx="0" clrIdx="62"/>
  <p:cmAuthor id="64" name="Chengli" initials="C" lastIdx="0" clrIdx="63"/>
  <p:cmAuthor id="65" name="黄晓平" initials="黄" lastIdx="0" clrIdx="64"/>
  <p:cmAuthor id="66" name="Eraser-CV_732yNZVB" initials="authorId_935319539" lastIdx="0" clrIdx="65"/>
  <p:cmAuthor id="67" name="张静_Anua7Nne" initials="authorId_935319063" lastIdx="0" clrIdx="66"/>
  <p:cmAuthor id="68" name="leozhu" initials="l" lastIdx="0" clrIdx="67"/>
  <p:cmAuthor id="69" name="WPS_1679281038" initials="W" lastIdx="0" clrIdx="68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5656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1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handoutMaster" Target="handoutMasters/handout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commentAuthors" Target="commentAuthors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tags" Target="../tags/tag1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5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4.xml"/><Relationship Id="rId5" Type="http://schemas.openxmlformats.org/officeDocument/2006/relationships/tags" Target="../tags/tag12.xml"/><Relationship Id="rId4" Type="http://schemas.openxmlformats.org/officeDocument/2006/relationships/tags" Target="../tags/tag11.xml"/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idx="4294967295"/>
            <p:custDataLst>
              <p:tags r:id="rId2"/>
            </p:custDataLst>
          </p:nvPr>
        </p:nvSpPr>
        <p:spPr>
          <a:xfrm>
            <a:off x="1247140" y="2724785"/>
            <a:ext cx="9799320" cy="551180"/>
          </a:xfrm>
        </p:spPr>
        <p:txBody>
          <a:bodyPr>
            <a:noAutofit/>
          </a:bodyPr>
          <a:p>
            <a:r>
              <a:rPr lang="zh-CN" altLang="zh-CN" sz="2400" b="1">
                <a:solidFill>
                  <a:srgbClr val="015656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核心Slogan（一句话概括项目价值，呼应“创意性”）</a:t>
            </a:r>
            <a:endParaRPr lang="zh-CN" altLang="zh-CN" sz="2400" b="1">
              <a:solidFill>
                <a:srgbClr val="015656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80" y="3526155"/>
            <a:ext cx="9799320" cy="1843405"/>
          </a:xfrm>
        </p:spPr>
        <p:txBody>
          <a:bodyPr>
            <a:normAutofit/>
          </a:bodyPr>
          <a:p>
            <a:r>
              <a:rPr lang="zh-CN" altLang="en-US"/>
              <a:t>【第</a:t>
            </a:r>
            <a:r>
              <a:rPr lang="en-US" altLang="zh-CN"/>
              <a:t>X</a:t>
            </a:r>
            <a:r>
              <a:rPr lang="zh-CN" altLang="en-US"/>
              <a:t>组】团队名称</a:t>
            </a:r>
            <a:endParaRPr lang="zh-CN" altLang="en-US"/>
          </a:p>
          <a:p>
            <a:r>
              <a:rPr lang="zh-CN" altLang="en-US"/>
              <a:t>团队人员：全组成员姓名</a:t>
            </a:r>
            <a:endParaRPr lang="zh-CN" altLang="en-US"/>
          </a:p>
          <a:p>
            <a:r>
              <a:rPr lang="zh-CN" altLang="en-US">
                <a:ea typeface="宋体" panose="02010600030101010101" pitchFamily="2" charset="-122"/>
                <a:sym typeface="+mn-ea"/>
              </a:rPr>
              <a:t>汇报人：</a:t>
            </a:r>
            <a:r>
              <a:rPr lang="en-US" altLang="zh-CN">
                <a:ea typeface="宋体" panose="02010600030101010101" pitchFamily="2" charset="-122"/>
                <a:sym typeface="+mn-ea"/>
              </a:rPr>
              <a:t>2</a:t>
            </a:r>
            <a:r>
              <a:rPr lang="zh-CN" altLang="en-US">
                <a:ea typeface="宋体" panose="02010600030101010101" pitchFamily="2" charset="-122"/>
                <a:sym typeface="+mn-ea"/>
              </a:rPr>
              <a:t>位汇报人姓名</a:t>
            </a:r>
            <a:endParaRPr lang="zh-CN" altLang="en-US">
              <a:ea typeface="宋体" panose="02010600030101010101" pitchFamily="2" charset="-122"/>
              <a:sym typeface="+mn-ea"/>
            </a:endParaRPr>
          </a:p>
        </p:txBody>
      </p:sp>
      <p:sp>
        <p:nvSpPr>
          <p:cNvPr id="5" name="标题 1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1325880" y="1524000"/>
            <a:ext cx="9799320" cy="1200785"/>
          </a:xfrm>
          <a:prstGeom prst="rect">
            <a:avLst/>
          </a:prstGeom>
        </p:spPr>
        <p:txBody>
          <a:bodyPr lIns="90000" tIns="46800" rIns="90000" bIns="46800" anchor="b" anchorCtr="0">
            <a:normAutofit/>
          </a:bodyPr>
          <a:lstStyle>
            <a:lvl1pPr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6000" b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ea"/>
                <a:ea typeface="+mj-ea"/>
                <a:cs typeface="+mj-cs"/>
              </a:defRPr>
            </a:lvl1pPr>
          </a:lstStyle>
          <a:p>
            <a:r>
              <a:rPr lang="zh-CN" altLang="zh-CN" sz="4800" b="1">
                <a:solidFill>
                  <a:srgbClr val="015656"/>
                </a:solidFill>
                <a:latin typeface="微软雅黑" panose="020B0503020204020204" charset="-122"/>
                <a:ea typeface="微软雅黑" panose="020B0503020204020204" charset="-122"/>
              </a:rPr>
              <a:t>项目名称</a:t>
            </a:r>
            <a:endParaRPr lang="zh-CN" altLang="zh-CN" sz="4800" b="1">
              <a:solidFill>
                <a:srgbClr val="01565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509270" y="1483995"/>
            <a:ext cx="9799320" cy="847090"/>
          </a:xfrm>
          <a:prstGeom prst="rect">
            <a:avLst/>
          </a:prstGeom>
        </p:spPr>
        <p:txBody>
          <a:bodyPr vert="horz" lIns="90000" tIns="46800" rIns="90000" bIns="46800" rtlCol="0" anchor="t" anchorCtr="0"/>
          <a:lstStyle>
            <a:lvl1pPr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6000" b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ea"/>
                <a:ea typeface="+mj-ea"/>
                <a:cs typeface="+mj-cs"/>
              </a:defRPr>
            </a:lvl1pPr>
          </a:lstStyle>
          <a:p>
            <a:pPr algn="l"/>
            <a:r>
              <a:rPr lang="zh-CN" altLang="zh-CN" sz="3600" b="1">
                <a:solidFill>
                  <a:srgbClr val="015656"/>
                </a:solidFill>
                <a:latin typeface="微软雅黑" panose="020B0503020204020204" charset="-122"/>
                <a:ea typeface="微软雅黑" panose="020B0503020204020204" charset="-122"/>
              </a:rPr>
              <a:t>标题自定义</a:t>
            </a:r>
            <a:endParaRPr lang="zh-CN" altLang="zh-CN" sz="3600" b="1">
              <a:solidFill>
                <a:srgbClr val="01565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副标题 6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509270" y="2459990"/>
            <a:ext cx="9799320" cy="1710690"/>
          </a:xfrm>
        </p:spPr>
        <p:txBody>
          <a:bodyPr anchor="t" anchorCtr="0">
            <a:normAutofit lnSpcReduction="20000"/>
          </a:bodyPr>
          <a:p>
            <a:pPr algn="l">
              <a:lnSpc>
                <a:spcPct val="100000"/>
              </a:lnSpc>
            </a:pPr>
            <a:r>
              <a:rPr lang="zh-CN" altLang="en-US" sz="1800">
                <a:ea typeface="宋体" panose="02010600030101010101" pitchFamily="2" charset="-122"/>
              </a:rPr>
              <a:t>正文内容</a:t>
            </a:r>
            <a:endParaRPr lang="zh-CN" altLang="en-US" sz="1800">
              <a:ea typeface="宋体" panose="02010600030101010101" pitchFamily="2" charset="-122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1198880" y="1736090"/>
            <a:ext cx="9799320" cy="1200785"/>
          </a:xfrm>
          <a:prstGeom prst="rect">
            <a:avLst/>
          </a:prstGeom>
        </p:spPr>
        <p:txBody>
          <a:bodyPr vert="horz" lIns="90000" tIns="46800" rIns="90000" bIns="46800" rtlCol="0" anchor="b" anchorCtr="0">
            <a:normAutofit/>
          </a:bodyPr>
          <a:lstStyle>
            <a:lvl1pPr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6000" b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ea"/>
                <a:ea typeface="+mj-ea"/>
                <a:cs typeface="+mj-cs"/>
              </a:defRPr>
            </a:lvl1pPr>
          </a:lstStyle>
          <a:p>
            <a:r>
              <a:rPr lang="zh-CN" altLang="zh-CN" b="1">
                <a:solidFill>
                  <a:srgbClr val="015656"/>
                </a:solidFill>
                <a:latin typeface="微软雅黑" panose="020B0503020204020204" charset="-122"/>
                <a:ea typeface="微软雅黑" panose="020B0503020204020204" charset="-122"/>
              </a:rPr>
              <a:t>谢谢</a:t>
            </a:r>
            <a:endParaRPr lang="zh-CN" altLang="zh-CN" b="1">
              <a:solidFill>
                <a:srgbClr val="01565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副标题 6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80" y="3021330"/>
            <a:ext cx="9799320" cy="1778635"/>
          </a:xfrm>
        </p:spPr>
        <p:txBody>
          <a:bodyPr/>
          <a:p>
            <a:pPr marL="0" indent="0" algn="ctr">
              <a:buNone/>
            </a:pPr>
            <a:r>
              <a:rPr lang="zh-CN" altLang="en-US" sz="2400" spc="200"/>
              <a:t>项目名称</a:t>
            </a:r>
            <a:endParaRPr lang="zh-CN" altLang="en-US" sz="2400" spc="200"/>
          </a:p>
          <a:p>
            <a:pPr algn="ctr"/>
            <a:endParaRPr lang="en-US" altLang="zh-CN">
              <a:ea typeface="宋体" panose="02010600030101010101" pitchFamily="2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1198880" y="3789045"/>
            <a:ext cx="9799320" cy="138938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>
            <a:lvl1pPr mar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45720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sz="20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2pPr>
            <a:lvl3pPr marL="91440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None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b="1">
                <a:solidFill>
                  <a:srgbClr val="015656"/>
                </a:solidFill>
              </a:rPr>
              <a:t>【第</a:t>
            </a:r>
            <a:r>
              <a:rPr lang="en-US" altLang="zh-CN" b="1">
                <a:solidFill>
                  <a:srgbClr val="015656"/>
                </a:solidFill>
              </a:rPr>
              <a:t>X</a:t>
            </a:r>
            <a:r>
              <a:rPr lang="zh-CN" altLang="en-US" b="1">
                <a:solidFill>
                  <a:srgbClr val="015656"/>
                </a:solidFill>
              </a:rPr>
              <a:t>组】</a:t>
            </a:r>
            <a:r>
              <a:rPr lang="zh-CN" altLang="en-US"/>
              <a:t>团队名称</a:t>
            </a:r>
            <a:endParaRPr lang="zh-CN" altLang="en-US"/>
          </a:p>
          <a:p>
            <a:r>
              <a:rPr lang="zh-CN" altLang="en-US">
                <a:ea typeface="宋体" panose="02010600030101010101" pitchFamily="2" charset="-122"/>
              </a:rPr>
              <a:t>汇报人：张三</a:t>
            </a:r>
            <a:r>
              <a:rPr lang="en-US" altLang="zh-CN">
                <a:ea typeface="宋体" panose="02010600030101010101" pitchFamily="2" charset="-122"/>
              </a:rPr>
              <a:t> </a:t>
            </a:r>
            <a:r>
              <a:rPr lang="zh-CN" altLang="en-US">
                <a:ea typeface="宋体" panose="02010600030101010101" pitchFamily="2" charset="-122"/>
              </a:rPr>
              <a:t>李四</a:t>
            </a:r>
            <a:endParaRPr lang="zh-CN" altLang="en-US">
              <a:ea typeface="宋体" panose="02010600030101010101" pitchFamily="2" charset="-122"/>
            </a:endParaRPr>
          </a:p>
        </p:txBody>
      </p:sp>
    </p:spTree>
    <p:custDataLst>
      <p:tags r:id="rId5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1_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95</Words>
  <Application>WPS 演示</Application>
  <PresentationFormat>宽屏</PresentationFormat>
  <Paragraphs>20</Paragraphs>
  <Slides>3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3" baseType="lpstr">
      <vt:lpstr>Arial</vt:lpstr>
      <vt:lpstr>宋体</vt:lpstr>
      <vt:lpstr>Wingdings</vt:lpstr>
      <vt:lpstr>Wingdings</vt:lpstr>
      <vt:lpstr>微软雅黑</vt:lpstr>
      <vt:lpstr>苹方-简</vt:lpstr>
      <vt:lpstr>AiDeep</vt:lpstr>
      <vt:lpstr>Arial Unicode MS</vt:lpstr>
      <vt:lpstr>苹方护眼艺术黑体</vt:lpstr>
      <vt:lpstr>1_WPS</vt:lpstr>
      <vt:lpstr>核心Slogan（一句话概括项目价值，呼应“创意性”）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elianlv</cp:lastModifiedBy>
  <cp:revision>168</cp:revision>
  <dcterms:created xsi:type="dcterms:W3CDTF">2025-09-11T04:08:00Z</dcterms:created>
  <dcterms:modified xsi:type="dcterms:W3CDTF">2026-09-09T08:22:15Z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7A8F3AF786D1E567764AC26838899317_41</vt:lpwstr>
  </property>
</Properties>
</file>